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5023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13189" y="203199"/>
            <a:ext cx="4216389" cy="457198"/>
          </a:xfrm>
          <a:prstGeom prst="rect">
            <a:avLst/>
          </a:prstGeom>
          <a:noFill/>
        </p:spPr>
        <p:txBody>
          <a:bodyPr wrap="none" anchor="ctr" lIns="25400" rIns="25400" tIns="25400" bIns="25400">
            <a:noAutofit/>
          </a:bodyPr>
          <a:lstStyle/>
          <a:p>
            <a:pPr algn="ctr"/>
            <a:r>
              <a:rPr sz="2000" b="1" i="0">
                <a:solidFill>
                  <a:srgbClr val="1E1E1E"/>
                </a:solidFill>
                <a:latin typeface="Arial"/>
              </a:rPr>
              <a:t>Toy Framework (synthetic)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7597" y="2539993"/>
            <a:ext cx="1422396" cy="1066797"/>
          </a:xfrm>
          <a:prstGeom prst="rect">
            <a:avLst/>
          </a:prstGeom>
          <a:solidFill>
            <a:srgbClr val="DCE9F7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5592" y="1523996"/>
            <a:ext cx="6400783" cy="3149592"/>
          </a:xfrm>
          <a:prstGeom prst="rect">
            <a:avLst/>
          </a:prstGeom>
          <a:solidFill>
            <a:srgbClr val="F7F7F7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51191" y="1562095"/>
            <a:ext cx="863597" cy="279399"/>
          </a:xfrm>
          <a:prstGeom prst="rect">
            <a:avLst/>
          </a:prstGeom>
          <a:noFill/>
        </p:spPr>
        <p:txBody>
          <a:bodyPr wrap="none" anchor="ctr" lIns="25400" rIns="25400" tIns="25400" bIns="25400">
            <a:no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Arial"/>
              </a:rPr>
              <a:t>Encoder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391" y="2539993"/>
            <a:ext cx="1473196" cy="1066797"/>
          </a:xfrm>
          <a:prstGeom prst="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Embed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3986" y="2539993"/>
            <a:ext cx="1473196" cy="1066797"/>
          </a:xfrm>
          <a:prstGeom prst="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Lightweight</a:t>
            </a:r>
          </a:p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67581" y="2539993"/>
            <a:ext cx="1473196" cy="1066797"/>
          </a:xfrm>
          <a:prstGeom prst="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75" y="2539993"/>
            <a:ext cx="1422396" cy="1066797"/>
          </a:xfrm>
          <a:prstGeom prst="rect">
            <a:avLst/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87" y="5283186"/>
            <a:ext cx="2285994" cy="711198"/>
          </a:xfrm>
          <a:prstGeom prst="roundRect">
            <a:avLst>
              <a:gd name="adj" fmla="val 13714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>
            <a:no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Arial"/>
              </a:rPr>
              <a:t>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88" y="2539993"/>
            <a:ext cx="558798" cy="355599"/>
          </a:xfrm>
          <a:prstGeom prst="rect">
            <a:avLst/>
          </a:prstGeom>
          <a:noFill/>
        </p:spPr>
        <p:txBody>
          <a:bodyPr wrap="none" anchor="ctr" lIns="25400" rIns="25400" tIns="25400" bIns="25400">
            <a:noAutofit/>
          </a:bodyPr>
          <a:lstStyle/>
          <a:p>
            <a:pPr algn="ctr"/>
            <a:r>
              <a:rPr sz="1050" b="0" i="0">
                <a:solidFill>
                  <a:srgbClr val="1E1E1E"/>
                </a:solidFill>
                <a:latin typeface="Arial"/>
              </a:rPr>
              <a:t>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597" y="5283186"/>
            <a:ext cx="1066797" cy="304799"/>
          </a:xfrm>
          <a:prstGeom prst="rect">
            <a:avLst/>
          </a:prstGeom>
          <a:noFill/>
        </p:spPr>
        <p:txBody>
          <a:bodyPr wrap="none" anchor="ctr" lIns="25400" rIns="25400" tIns="25400" bIns="25400">
            <a:no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  <a:latin typeface="Arial"/>
              </a:rPr>
              <a:t>Score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57" y="4328149"/>
            <a:ext cx="1097277" cy="995677"/>
          </a:xfrm>
          <a:prstGeom prst="rect">
            <a:avLst/>
          </a:prstGeom>
        </p:spPr>
      </p:pic>
      <p:cxnSp>
        <p:nvCxnSpPr>
          <p:cNvPr id="14" name="Connector 13"/>
          <p:cNvCxnSpPr>
            <a:stCxn id="3" idx="3"/>
            <a:endCxn id="6" idx="1"/>
          </p:cNvCxnSpPr>
          <p:nvPr/>
        </p:nvCxnSpPr>
        <p:spPr>
          <a:xfrm>
            <a:off x="2539993" y="3073391"/>
            <a:ext cx="660398" cy="0"/>
          </a:xfrm>
          <a:prstGeom prst="line">
            <a:avLst/>
          </a:prstGeom>
          <a:ln w="19050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6" idx="3"/>
            <a:endCxn id="7" idx="1"/>
          </p:cNvCxnSpPr>
          <p:nvPr/>
        </p:nvCxnSpPr>
        <p:spPr>
          <a:xfrm>
            <a:off x="4673587" y="3073391"/>
            <a:ext cx="660399" cy="0"/>
          </a:xfrm>
          <a:prstGeom prst="line">
            <a:avLst/>
          </a:prstGeom>
          <a:ln w="19050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3"/>
            <a:endCxn id="8" idx="1"/>
          </p:cNvCxnSpPr>
          <p:nvPr/>
        </p:nvCxnSpPr>
        <p:spPr>
          <a:xfrm>
            <a:off x="6807182" y="3073391"/>
            <a:ext cx="660399" cy="0"/>
          </a:xfrm>
          <a:prstGeom prst="line">
            <a:avLst/>
          </a:prstGeom>
          <a:ln w="19050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3"/>
            <a:endCxn id="9" idx="1"/>
          </p:cNvCxnSpPr>
          <p:nvPr/>
        </p:nvCxnSpPr>
        <p:spPr>
          <a:xfrm>
            <a:off x="8940777" y="3073391"/>
            <a:ext cx="660398" cy="0"/>
          </a:xfrm>
          <a:prstGeom prst="line">
            <a:avLst/>
          </a:prstGeom>
          <a:ln w="19050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9" idx="2"/>
          </p:cNvCxnSpPr>
          <p:nvPr/>
        </p:nvCxnSpPr>
        <p:spPr>
          <a:xfrm>
            <a:off x="10312373" y="3606790"/>
            <a:ext cx="1" cy="2031995"/>
          </a:xfrm>
          <a:prstGeom prst="line">
            <a:avLst/>
          </a:prstGeom>
          <a:ln w="19050">
            <a:solidFill>
              <a:srgbClr val="1E1E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endCxn id="10" idx="3"/>
          </p:cNvCxnSpPr>
          <p:nvPr/>
        </p:nvCxnSpPr>
        <p:spPr>
          <a:xfrm flipH="1">
            <a:off x="7315181" y="5638785"/>
            <a:ext cx="2997193" cy="0"/>
          </a:xfrm>
          <a:prstGeom prst="line">
            <a:avLst/>
          </a:prstGeom>
          <a:ln w="19050">
            <a:solidFill>
              <a:srgbClr val="1E1E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